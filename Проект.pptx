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3" r:id="rId2"/>
    <p:sldId id="256" r:id="rId3"/>
    <p:sldId id="257" r:id="rId4"/>
    <p:sldId id="260" r:id="rId5"/>
    <p:sldId id="258" r:id="rId6"/>
    <p:sldId id="261" r:id="rId7"/>
    <p:sldId id="262" r:id="rId8"/>
    <p:sldId id="265" r:id="rId9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82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D23161-2B57-4150-95D5-1DE4786A8B13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FB89E3-D1FA-4B06-83BB-9C97E91F9792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726351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FB89E3-D1FA-4B06-83BB-9C97E91F9792}" type="slidenum">
              <a:rPr lang="LID4096" smtClean="0"/>
              <a:t>2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5944520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A9D358-5BB5-46EC-9221-B9C58E1B3B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8A1CEDD6-36B6-47AF-B712-0F0E02B24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795CB31-930E-4F61-8D87-11B8B417D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9EA75A-E68F-4471-9D0B-39A4D7865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B05FD27-676A-49E2-B9DC-256861AC0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50295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9488091-F6D6-4D1F-B8FE-D9466C7C3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70A39B-0C44-44FB-9F07-79E861D40B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0E3789A-FEBB-46A8-BAA2-DE8C26598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FA2BCF-1840-4D4A-B6F4-3F1B52C38C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C95AB41-6EB4-489F-B21F-34B829E58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0604912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8C9EE7-2E47-4C48-97F3-BFFF00F220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899F17E-0AF7-46AC-A3AB-A95FBF070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F130774-CE73-4B99-A8B7-61B48068C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2546786-84A3-4959-86D9-03F0D3A22D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17A2D03-F0BD-4408-A717-6960A056F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86957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E2A751-00B1-4B89-9CC4-C7E4EBFCD9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56603FA-AEC4-4943-B96A-69E51785FC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B9790D1-5BE0-4CDF-A61F-E495EE1495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9D377E06-9724-4659-B6C9-FF9B2EAE7D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5B919EB-454F-4952-902B-288B9671CC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88A7633-A543-4C72-B65A-646518C72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975642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A69F32-DF24-4EE8-8FC6-FAFD5A7328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9DD16F2-16B3-40DF-8E40-CD7BE64FE1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5492088-FEE8-4919-A22E-131EF421D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0EE717D7-6FAC-4A28-9AD3-3DDB79D29A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19D66FA-0983-4CAF-A3A0-75D2437E67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06E0DECC-52D9-4C7C-A539-D622D5A6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BEC61B8C-C7C8-4089-957E-A5DE748EDC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F369635-79A7-48BB-9E4A-B805F2C20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985913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08CCECA-748D-4078-9C71-639374127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3CE9DBC-E787-46E7-B7E5-FE5E46518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12758BB-444C-4947-AAEF-0D4AB1705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B8EFAA4-D8D1-444E-A2BA-E1F4B628ED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049748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B2698D89-1D7C-408E-A092-76E98A4E8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266D6ED-7ED5-44D2-8D4F-5EBD443422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69E995C-C228-48F3-A7A5-A98FEE236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4067809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2D1740B-A31F-41B9-BBCD-E441C8039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DD18DEC-EF92-42CA-90C1-7C64648825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36D6CFC-BE41-479A-ACDF-FAB7A3F3F2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F46FF7A9-3FCB-41AD-B277-C17FB782A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598C81-44E3-4E52-A082-07F302529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D712002-8B09-47B1-8DCB-9C3E88E86C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662664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BF580E3-26A7-44AD-B2A6-013F775E48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0A678789-E5F7-49B9-B970-07E0603F89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0097454-438B-4BAC-ACC6-2E3F5A5C26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D934322-F736-42BD-9263-6544DC7E97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B414FF2-1060-4089-824F-4445A6A102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F92D15-DE6E-453E-913E-A61CA39A1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22792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F2DD403-6B66-40DA-8AAF-4BABE5BA2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A93BF43-F5F9-4C43-BFC7-518FA879C5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1BC87CF-4A40-4C18-BDE2-F3D08CD90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5A5B4ED2-FD9A-4597-9127-554C9F01E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C5798DE-BD52-4EF8-82D1-5DAE94130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633687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458BF9BE-96EB-4B0E-99B7-EC044E28F6B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AF29736-FFAC-4D29-96D9-2F843791DD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C7E9202-CC90-473A-8554-7439F6051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C144210-6BFF-4EAB-B679-13EA53FB5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A340B02-635C-4B81-9CB8-707A5F02E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017561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523F738-5784-4351-9D29-C86657C313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LID4096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36AB654-8DA2-416A-954C-6CCB1A2441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LID4096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A219848-DAC4-43E2-877D-BA89B33F8EE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56745A-59E6-45DD-8999-C84B303B2F3C}" type="datetimeFigureOut">
              <a:rPr lang="LID4096" smtClean="0"/>
              <a:t>01/29/2025</a:t>
            </a:fld>
            <a:endParaRPr lang="LID4096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BC8F31D-5BC0-4639-9A3F-F5C0FC9A15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35D6B8-2A0F-4643-9DB9-03D0B0F05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51080C-E5EC-4AC8-AFAF-2359514B5C8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04054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5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6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 descr="Как создать маркетплейс в 2023 году">
            <a:extLst>
              <a:ext uri="{FF2B5EF4-FFF2-40B4-BE49-F238E27FC236}">
                <a16:creationId xmlns:a16="http://schemas.microsoft.com/office/drawing/2014/main" id="{49806FCA-B605-49BA-971E-6FA2D404B2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788" r="3748" b="3919"/>
          <a:stretch/>
        </p:blipFill>
        <p:spPr bwMode="auto">
          <a:xfrm>
            <a:off x="8226711" y="0"/>
            <a:ext cx="3965289" cy="34842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650E706-B536-463A-B433-C1CFBCA7ED58}"/>
              </a:ext>
            </a:extLst>
          </p:cNvPr>
          <p:cNvSpPr txBox="1"/>
          <p:nvPr/>
        </p:nvSpPr>
        <p:spPr>
          <a:xfrm>
            <a:off x="2102902" y="159859"/>
            <a:ext cx="8085507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Marketplace</a:t>
            </a:r>
            <a:r>
              <a:rPr lang="ru-RU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2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Vilka</a:t>
            </a:r>
            <a:br>
              <a:rPr lang="ru-RU" sz="3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LID4096" sz="32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 descr="Маркетплейс — что это и как использовать">
            <a:extLst>
              <a:ext uri="{FF2B5EF4-FFF2-40B4-BE49-F238E27FC236}">
                <a16:creationId xmlns:a16="http://schemas.microsoft.com/office/drawing/2014/main" id="{5D0D2CDC-8A26-4E92-90F1-88ABE524D2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1439"/>
          <a:stretch/>
        </p:blipFill>
        <p:spPr bwMode="auto">
          <a:xfrm>
            <a:off x="0" y="3864854"/>
            <a:ext cx="5715000" cy="29931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5BF96C0-D308-40F2-9494-6CE2E19703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025" t="2265" r="3678" b="2221"/>
          <a:stretch/>
        </p:blipFill>
        <p:spPr>
          <a:xfrm>
            <a:off x="4060628" y="940401"/>
            <a:ext cx="4541665" cy="4658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350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185E16B-50ED-4862-8840-719FF7930CA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711" t="896" r="1078" b="4746"/>
          <a:stretch/>
        </p:blipFill>
        <p:spPr>
          <a:xfrm>
            <a:off x="1059337" y="2782205"/>
            <a:ext cx="10073326" cy="3798916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7BE66440-A6BA-4FA2-8170-E6460F6190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2171" t="2614" r="2252" b="2530"/>
          <a:stretch/>
        </p:blipFill>
        <p:spPr>
          <a:xfrm>
            <a:off x="1997814" y="32501"/>
            <a:ext cx="2678194" cy="2644993"/>
          </a:xfrm>
          <a:prstGeom prst="rect">
            <a:avLst/>
          </a:prstGeom>
        </p:spPr>
      </p:pic>
      <p:pic>
        <p:nvPicPr>
          <p:cNvPr id="2050" name="Picture 2" descr="C# | Викии Вики | Fandom">
            <a:extLst>
              <a:ext uri="{FF2B5EF4-FFF2-40B4-BE49-F238E27FC236}">
                <a16:creationId xmlns:a16="http://schemas.microsoft.com/office/drawing/2014/main" id="{F50EE387-8EAE-4DB2-83EA-D22602AEA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195" y="72339"/>
            <a:ext cx="2605155" cy="260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71886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DCFD5D9-1A4B-495B-8802-E10BB524A3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70" y="277353"/>
            <a:ext cx="5786230" cy="2880000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F21A8463-F518-4CC4-906C-A8E05783E74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260" y="2203481"/>
            <a:ext cx="5775511" cy="2880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7004C34-14E2-4395-A6B7-D162174345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6818" y="3956442"/>
            <a:ext cx="5765182" cy="28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21880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2AE228C-858E-4AA1-8005-E398A74B3C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476" y="1161417"/>
            <a:ext cx="2715261" cy="3853439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B6F1906-6D24-40D1-85AB-953C290A5CE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61117" y="1161417"/>
            <a:ext cx="8337173" cy="3050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71487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F987B29-2599-4B67-9F4D-A8926791C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27096" y="671646"/>
            <a:ext cx="6337807" cy="6000006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DAE8AC7-67A2-43D6-B644-B21EAC3FC3D7}"/>
              </a:ext>
            </a:extLst>
          </p:cNvPr>
          <p:cNvSpPr txBox="1"/>
          <p:nvPr/>
        </p:nvSpPr>
        <p:spPr>
          <a:xfrm>
            <a:off x="3909221" y="186348"/>
            <a:ext cx="43735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b="1" i="0" dirty="0">
                <a:solidFill>
                  <a:srgbClr val="7030A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UML (Unified Modeling Language)</a:t>
            </a:r>
            <a:endParaRPr lang="ru-UA" b="1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8979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A432480-D174-44FD-9992-35870D11A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723" y="268686"/>
            <a:ext cx="8951061" cy="4731555"/>
          </a:xfrm>
          <a:prstGeom prst="rect">
            <a:avLst/>
          </a:prstGeom>
          <a:ln w="28575">
            <a:solidFill>
              <a:schemeClr val="tx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2E7D285-1B04-4EE3-87A4-2DC749C42E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0867" y="898013"/>
            <a:ext cx="4456800" cy="2530987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1569D57-DF91-49AA-9802-164EFEC1E5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867" y="3591871"/>
            <a:ext cx="4456294" cy="2234826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1F2832B4-AAAC-46C7-8958-95AD15B31B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699" y="3680283"/>
            <a:ext cx="6396781" cy="2821032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0732683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99C60B5-E8AE-46C5-8A97-B193A5C719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700" y="397667"/>
            <a:ext cx="5526847" cy="3093594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A2DBE56-F3D6-49FE-9E5E-6C567FC96D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3072" y="1173154"/>
            <a:ext cx="6224565" cy="3470743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189BFD96-5109-449F-81B1-BE3D0EFBA4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35415" y="3282804"/>
            <a:ext cx="5597555" cy="3476551"/>
          </a:xfrm>
          <a:prstGeom prst="rect">
            <a:avLst/>
          </a:prstGeom>
          <a:ln w="190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7070418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  <a:alpha val="5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650E706-B536-463A-B433-C1CFBCA7ED58}"/>
              </a:ext>
            </a:extLst>
          </p:cNvPr>
          <p:cNvSpPr txBox="1"/>
          <p:nvPr/>
        </p:nvSpPr>
        <p:spPr>
          <a:xfrm>
            <a:off x="2852804" y="2734048"/>
            <a:ext cx="8037657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Спасибо за внимание))</a:t>
            </a:r>
            <a:br>
              <a:rPr lang="ru-RU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LID4096" sz="6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67753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297</TotalTime>
  <Words>15</Words>
  <Application>Microsoft Office PowerPoint</Application>
  <PresentationFormat>Широкоэкранный</PresentationFormat>
  <Paragraphs>4</Paragraphs>
  <Slides>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hmel408757595@outlook.com</dc:creator>
  <cp:lastModifiedBy>Хмеленко Максим Олексійович</cp:lastModifiedBy>
  <cp:revision>24</cp:revision>
  <dcterms:created xsi:type="dcterms:W3CDTF">2024-10-11T12:03:27Z</dcterms:created>
  <dcterms:modified xsi:type="dcterms:W3CDTF">2025-01-29T18:23:14Z</dcterms:modified>
</cp:coreProperties>
</file>